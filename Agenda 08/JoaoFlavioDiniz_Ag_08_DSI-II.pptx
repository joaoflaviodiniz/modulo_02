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3" r:id="rId3"/>
    <p:sldId id="260" r:id="rId4"/>
    <p:sldId id="262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08F8DD-90DB-64CC-D62B-E64D9565F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AAE467-A908-37CC-1C52-99D2A51C3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pt-BR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8BDBBBF-637E-FC8B-E294-A1C4BA49B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A810-0CD9-4A45-882E-F909E486F75D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8249FDA-00D9-0A9C-EF6C-AD68ECFF6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0119D43-67DA-F5D9-2239-5A6F7590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17A3-75B5-4804-B099-9E73CFAE4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8133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BB15A8-2BDE-2133-2A71-CAEA6C78B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201F3DF-E7C6-5EBC-7B6B-1699F768F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56B045E-C2AC-95F4-49EA-A6F0B5B43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A810-0CD9-4A45-882E-F909E486F75D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9E50F8E-21B3-945A-E28D-1DEF96A13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C6DB341-490F-10E8-0F6E-B78356ECB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17A3-75B5-4804-B099-9E73CFAE4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0378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BF2565-8A3E-0BA8-E22F-2447D594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8BC5CE0-E6EB-B8D9-3DCD-F693665DA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26DA938-44D3-A9DE-2FD4-F87CD9CFA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A810-0CD9-4A45-882E-F909E486F75D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8AE5458-0DEC-0CD9-8C78-F36816327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C36ACD6-E19D-BE8C-BF92-D2ACC2EE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17A3-75B5-4804-B099-9E73CFAE4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970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FCA627-B54B-F0FF-48D8-5D3758C42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0FF848F-5E56-2065-E092-7185C707A9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A8142CD-3D94-41FE-D046-CF3F561A0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010E1FBD-BDDA-9A6E-EDB1-31D25C768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A810-0CD9-4A45-882E-F909E486F75D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502FCA9-79D3-B539-5A32-41A997FAC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ADC9B94-A437-9043-BA9C-AB64B9C84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17A3-75B5-4804-B099-9E73CFAE4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7076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2B152-D055-4F2E-C4B3-7C37A360F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F4B2D8E-C7F1-1448-7110-997F398D1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3A890F6D-F0E6-138B-1F8A-482B12CBD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D170E748-BD19-6E70-FFCB-9CC35957F4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7F6694C1-FBC7-E5D4-50C8-2F6E8C88F4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0C806BC4-BD60-260C-03DA-E8D09D44F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A810-0CD9-4A45-882E-F909E486F75D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42A1CF09-E30E-8C5D-A91C-D756A3797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941478B5-BFCC-A090-BC22-F0486FCE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17A3-75B5-4804-B099-9E73CFAE4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073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8A2426-0A0F-EF8C-4555-A9C5CBCA8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E874D159-E517-0C7D-497A-0AFBBE57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A810-0CD9-4A45-882E-F909E486F75D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F202DB9D-D313-2844-5C08-489048BEA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EACBF6C-5C43-41D4-0D55-AE8F126A9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17A3-75B5-4804-B099-9E73CFAE4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86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F927DC7E-7706-8E87-20A5-BDDD17C02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A810-0CD9-4A45-882E-F909E486F75D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BD1E2AB3-0AAC-A460-E298-90249E9B8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E215433-B321-8FE2-F48B-D890CB20C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17A3-75B5-4804-B099-9E73CFAE4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749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160C7-2336-4D58-C97D-4AD262303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D7EC210-FFD8-8949-7F83-5743ED062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5D115971-BBFC-C5C9-91DD-314EC3E75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1C05659-03F4-1CD2-A3BF-3B08B7CE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A810-0CD9-4A45-882E-F909E486F75D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E5A2DA7-ACCC-EE81-7EE5-059D94800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A7B9EEB-3738-150A-9A8B-6DF0F137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17A3-75B5-4804-B099-9E73CFAE4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742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38CDE-1C3B-1EA8-6E21-77A1B9387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2E075AD2-7327-D400-C9FC-7FEEDC38BDB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2C653DE-45E6-456F-2FD1-71D4E9E3E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2A072BD-CE37-D769-2767-46411B712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A810-0CD9-4A45-882E-F909E486F75D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90CC7B4-3D21-6897-ED29-52BCAF9D2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8D6B711-A0EF-A6E9-405B-EC6FFE6F7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17A3-75B5-4804-B099-9E73CFAE4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4381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254936-FAE6-C7FF-744F-FD8534B4D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C41AA5FD-FB69-371C-69A2-49817008E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2DB1331-CB5E-B789-F663-9AC91E0E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A810-0CD9-4A45-882E-F909E486F75D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2D610AC-4040-C590-3E57-DCF38474B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54AFAEB-4CB0-49AE-864A-E591DA54B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17A3-75B5-4804-B099-9E73CFAE4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4733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8880F6C-623A-0D72-5325-7585CAF06A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5A1105FA-3A36-C61F-F731-CC76C74DD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CFA9CDD-F4BF-4053-0442-8DF16909B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AA810-0CD9-4A45-882E-F909E486F75D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E8A73C0-D973-C5E8-FD7E-D9D7256CB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F959B6B-9264-2BAE-E3A6-B0236BDB2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A17A3-75B5-4804-B099-9E73CFAE4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6624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2C0AD371-4552-AD08-000C-5BD4AD9D7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pt-BR"/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136F2F7-B528-FB43-2904-DB90C98F4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pt-BR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462F6B5-AF48-CD0B-CE44-9B8B95F2F7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6AA810-0CD9-4A45-882E-F909E486F75D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401FDD6-4261-2F0C-CC85-CDCA77D00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ECD07B1-891D-718D-626D-671C39C608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2A17A3-75B5-4804-B099-9E73CFAE4B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5500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18CF4-0660-09E6-1DFB-7B3C0954C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7487FCE-95A4-D4E6-A51E-E4D0EB06A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13" y="1203415"/>
            <a:ext cx="10728745" cy="525335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F7D660F-43EA-E9FB-7276-CF0AF6FCDA7B}"/>
              </a:ext>
            </a:extLst>
          </p:cNvPr>
          <p:cNvSpPr txBox="1"/>
          <p:nvPr/>
        </p:nvSpPr>
        <p:spPr>
          <a:xfrm>
            <a:off x="4049486" y="502104"/>
            <a:ext cx="3086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Tela de login inicial</a:t>
            </a:r>
          </a:p>
        </p:txBody>
      </p:sp>
    </p:spTree>
    <p:extLst>
      <p:ext uri="{BB962C8B-B14F-4D97-AF65-F5344CB8AC3E}">
        <p14:creationId xmlns:p14="http://schemas.microsoft.com/office/powerpoint/2010/main" val="1223555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5A846-E4FA-723E-42F9-4D4938A2D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45FFAB9-56BF-E2C3-3DE5-B09C5E27D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575" y="1943101"/>
            <a:ext cx="10158847" cy="437515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7EDE17B-E3D1-6E86-5045-011C7DDCB0C3}"/>
              </a:ext>
            </a:extLst>
          </p:cNvPr>
          <p:cNvSpPr txBox="1"/>
          <p:nvPr/>
        </p:nvSpPr>
        <p:spPr>
          <a:xfrm>
            <a:off x="2222919" y="1162050"/>
            <a:ext cx="774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Código da página inicial </a:t>
            </a:r>
            <a:r>
              <a:rPr lang="pt-BR" dirty="0" err="1"/>
              <a:t>index.php</a:t>
            </a:r>
            <a:r>
              <a:rPr lang="pt-BR" dirty="0"/>
              <a:t>, </a:t>
            </a:r>
            <a:r>
              <a:rPr lang="pt-BR" dirty="0" err="1"/>
              <a:t>inclusão.php</a:t>
            </a:r>
            <a:r>
              <a:rPr lang="pt-BR" dirty="0"/>
              <a:t> de cabeçalho e </a:t>
            </a:r>
            <a:r>
              <a:rPr lang="pt-BR" dirty="0" err="1"/>
              <a:t>rodapé.php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8123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CFDCF-26AF-5A79-B2A0-F1DBA7E84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0FDAF60-F00C-1A41-49BB-0FD6C6EC9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368" y="536540"/>
            <a:ext cx="8027913" cy="275558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DCDA9E0-5903-E3DF-454F-2A065B156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322" y="3474268"/>
            <a:ext cx="6706033" cy="338373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72AF855-F809-B050-166A-5294640F2C2F}"/>
              </a:ext>
            </a:extLst>
          </p:cNvPr>
          <p:cNvSpPr txBox="1"/>
          <p:nvPr/>
        </p:nvSpPr>
        <p:spPr>
          <a:xfrm>
            <a:off x="439790" y="1466850"/>
            <a:ext cx="400154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BR" sz="2800" dirty="0"/>
              <a:t>Tela de sucesso de login </a:t>
            </a:r>
          </a:p>
          <a:p>
            <a:pPr algn="just"/>
            <a:r>
              <a:rPr lang="pt-BR" sz="2800" dirty="0"/>
              <a:t>Caso o usuário</a:t>
            </a:r>
          </a:p>
          <a:p>
            <a:pPr algn="just"/>
            <a:r>
              <a:rPr lang="pt-BR" sz="2800" dirty="0"/>
              <a:t> estejam corretos.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EA84BE0-E809-052C-0E53-8BD1BE7D2B10}"/>
              </a:ext>
            </a:extLst>
          </p:cNvPr>
          <p:cNvSpPr txBox="1"/>
          <p:nvPr/>
        </p:nvSpPr>
        <p:spPr>
          <a:xfrm>
            <a:off x="754652" y="4591050"/>
            <a:ext cx="337182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pt-BR" sz="2800" dirty="0"/>
              <a:t>Tela de login inválido</a:t>
            </a:r>
          </a:p>
          <a:p>
            <a:pPr algn="just"/>
            <a:r>
              <a:rPr lang="pt-BR" sz="2800" dirty="0"/>
              <a:t>Caso o usuário</a:t>
            </a:r>
          </a:p>
          <a:p>
            <a:pPr algn="just"/>
            <a:r>
              <a:rPr lang="pt-BR" sz="2800" dirty="0"/>
              <a:t> estejam errados. </a:t>
            </a:r>
          </a:p>
        </p:txBody>
      </p:sp>
    </p:spTree>
    <p:extLst>
      <p:ext uri="{BB962C8B-B14F-4D97-AF65-F5344CB8AC3E}">
        <p14:creationId xmlns:p14="http://schemas.microsoft.com/office/powerpoint/2010/main" val="101962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E4DA8-74CC-3282-5446-1F36AA428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22923C5-BC7F-FBB8-43FE-A837630A1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705" y="1555114"/>
            <a:ext cx="10011140" cy="461708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BF51A84-D55C-3137-E6A4-7617CBE9E95C}"/>
              </a:ext>
            </a:extLst>
          </p:cNvPr>
          <p:cNvSpPr txBox="1"/>
          <p:nvPr/>
        </p:nvSpPr>
        <p:spPr>
          <a:xfrm>
            <a:off x="2601686" y="587829"/>
            <a:ext cx="60811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Tela de apresentação inicial </a:t>
            </a:r>
            <a:r>
              <a:rPr lang="pt-BR" sz="2800" dirty="0" err="1"/>
              <a:t>index.php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873241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A52BF-6C03-2062-0843-39CB89DB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3DF9579-F5AD-2C49-5343-16ABCC825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451609"/>
            <a:ext cx="9296400" cy="531354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6A90E25-5AE6-0080-2B89-B323215EFF55}"/>
              </a:ext>
            </a:extLst>
          </p:cNvPr>
          <p:cNvSpPr txBox="1"/>
          <p:nvPr/>
        </p:nvSpPr>
        <p:spPr>
          <a:xfrm>
            <a:off x="1939285" y="597354"/>
            <a:ext cx="83134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Descrição do login e conexão com o banco de dados</a:t>
            </a:r>
          </a:p>
        </p:txBody>
      </p:sp>
    </p:spTree>
    <p:extLst>
      <p:ext uri="{BB962C8B-B14F-4D97-AF65-F5344CB8AC3E}">
        <p14:creationId xmlns:p14="http://schemas.microsoft.com/office/powerpoint/2010/main" val="3092578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F1EAA-8043-DA78-07B4-E05C22F8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5E49E6C-3F04-A1E6-D0DA-4E1D6FA3E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05" y="1812290"/>
            <a:ext cx="10565790" cy="455041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BB239D6-9429-DC1A-8F50-6F2304980DB7}"/>
              </a:ext>
            </a:extLst>
          </p:cNvPr>
          <p:cNvSpPr txBox="1"/>
          <p:nvPr/>
        </p:nvSpPr>
        <p:spPr>
          <a:xfrm>
            <a:off x="834431" y="921204"/>
            <a:ext cx="10523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Inclusão de cabeçalho e rodapé usando o </a:t>
            </a:r>
            <a:r>
              <a:rPr lang="pt-BR" sz="2800" dirty="0" err="1"/>
              <a:t>php</a:t>
            </a:r>
            <a:r>
              <a:rPr lang="pt-BR" sz="2800" dirty="0"/>
              <a:t>, redução de códigos</a:t>
            </a:r>
          </a:p>
        </p:txBody>
      </p:sp>
    </p:spTree>
    <p:extLst>
      <p:ext uri="{BB962C8B-B14F-4D97-AF65-F5344CB8AC3E}">
        <p14:creationId xmlns:p14="http://schemas.microsoft.com/office/powerpoint/2010/main" val="2237135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DA0E8-5B2D-8F7E-2480-5887F4EE6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7991887-8B7A-A09E-0532-D61C60007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209" y="1429384"/>
            <a:ext cx="9823581" cy="463852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766A2C7-7B02-8AAE-C14D-ADDBF3738589}"/>
              </a:ext>
            </a:extLst>
          </p:cNvPr>
          <p:cNvSpPr txBox="1"/>
          <p:nvPr/>
        </p:nvSpPr>
        <p:spPr>
          <a:xfrm>
            <a:off x="3497036" y="616404"/>
            <a:ext cx="4377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Tela de cadastro de amigos</a:t>
            </a:r>
          </a:p>
        </p:txBody>
      </p:sp>
    </p:spTree>
    <p:extLst>
      <p:ext uri="{BB962C8B-B14F-4D97-AF65-F5344CB8AC3E}">
        <p14:creationId xmlns:p14="http://schemas.microsoft.com/office/powerpoint/2010/main" val="2910600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621DC-DDA9-F84C-E6F8-37034437B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E7E6CE3-CC3A-49BB-1A1A-9335ECFDD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91" y="2009456"/>
            <a:ext cx="10572649" cy="402939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974662D-C55A-DCBE-DC4D-B01679C55403}"/>
              </a:ext>
            </a:extLst>
          </p:cNvPr>
          <p:cNvSpPr txBox="1"/>
          <p:nvPr/>
        </p:nvSpPr>
        <p:spPr>
          <a:xfrm>
            <a:off x="3687536" y="911679"/>
            <a:ext cx="4010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Cadastro bem sucedido!</a:t>
            </a:r>
          </a:p>
        </p:txBody>
      </p:sp>
    </p:spTree>
    <p:extLst>
      <p:ext uri="{BB962C8B-B14F-4D97-AF65-F5344CB8AC3E}">
        <p14:creationId xmlns:p14="http://schemas.microsoft.com/office/powerpoint/2010/main" val="2301433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F6236-E49E-131D-C2F4-8B9164131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753578F-812D-CFA7-E014-4FA4D7CBE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25" y="2353944"/>
            <a:ext cx="11373949" cy="389445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E01BCAA-C0E4-04D0-6E7C-9A6DD7268D63}"/>
              </a:ext>
            </a:extLst>
          </p:cNvPr>
          <p:cNvSpPr txBox="1"/>
          <p:nvPr/>
        </p:nvSpPr>
        <p:spPr>
          <a:xfrm>
            <a:off x="2340292" y="1092654"/>
            <a:ext cx="7511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Tela de listagem de amigos, exclusão, alteração</a:t>
            </a:r>
          </a:p>
        </p:txBody>
      </p:sp>
    </p:spTree>
    <p:extLst>
      <p:ext uri="{BB962C8B-B14F-4D97-AF65-F5344CB8AC3E}">
        <p14:creationId xmlns:p14="http://schemas.microsoft.com/office/powerpoint/2010/main" val="3190995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A12BF-1E03-37CF-C07B-EEA5F2ECC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30AA1FD-FC3F-EE9E-53AC-D84EE66E3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814" y="1534160"/>
            <a:ext cx="9876936" cy="452731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4D73D59-7433-6BC3-C9E5-ECA9F9EF85E9}"/>
              </a:ext>
            </a:extLst>
          </p:cNvPr>
          <p:cNvSpPr txBox="1"/>
          <p:nvPr/>
        </p:nvSpPr>
        <p:spPr>
          <a:xfrm>
            <a:off x="2973161" y="664029"/>
            <a:ext cx="5440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Exemplo de alteração de cadastro</a:t>
            </a:r>
          </a:p>
        </p:txBody>
      </p:sp>
    </p:spTree>
    <p:extLst>
      <p:ext uri="{BB962C8B-B14F-4D97-AF65-F5344CB8AC3E}">
        <p14:creationId xmlns:p14="http://schemas.microsoft.com/office/powerpoint/2010/main" val="1161083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EF91C-D82B-6BB2-BFC1-900CCBB7C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FC3120E-7875-70A6-2094-E414C1428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079" y="2446655"/>
            <a:ext cx="9608441" cy="356362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1BCBC2D-D4DD-1CD1-4478-D8693B193072}"/>
              </a:ext>
            </a:extLst>
          </p:cNvPr>
          <p:cNvSpPr txBox="1"/>
          <p:nvPr/>
        </p:nvSpPr>
        <p:spPr>
          <a:xfrm>
            <a:off x="3020786" y="1035504"/>
            <a:ext cx="5835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Mensagem de sucesso de alteração!</a:t>
            </a:r>
          </a:p>
        </p:txBody>
      </p:sp>
    </p:spTree>
    <p:extLst>
      <p:ext uri="{BB962C8B-B14F-4D97-AF65-F5344CB8AC3E}">
        <p14:creationId xmlns:p14="http://schemas.microsoft.com/office/powerpoint/2010/main" val="2086851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5427D-0E58-1694-C393-69A8146D7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8E06722-0C34-80A2-8E30-F4045FBA9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47" y="2359341"/>
            <a:ext cx="11599106" cy="357473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325F649-3E19-400C-E258-B35D6B9488E0}"/>
              </a:ext>
            </a:extLst>
          </p:cNvPr>
          <p:cNvSpPr txBox="1"/>
          <p:nvPr/>
        </p:nvSpPr>
        <p:spPr>
          <a:xfrm>
            <a:off x="1868261" y="1149804"/>
            <a:ext cx="90028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Confirmação de alteração das informações no cadastro</a:t>
            </a:r>
          </a:p>
        </p:txBody>
      </p:sp>
    </p:spTree>
    <p:extLst>
      <p:ext uri="{BB962C8B-B14F-4D97-AF65-F5344CB8AC3E}">
        <p14:creationId xmlns:p14="http://schemas.microsoft.com/office/powerpoint/2010/main" val="1740627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B782B-0516-6072-3BD8-A23F49DCA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2C9C81A-09A7-5BE8-5C1E-552D03A5F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331" y="1880416"/>
            <a:ext cx="9309298" cy="419925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ADE5825-86B4-9EAA-E1B0-25AE37498DF6}"/>
              </a:ext>
            </a:extLst>
          </p:cNvPr>
          <p:cNvSpPr txBox="1"/>
          <p:nvPr/>
        </p:nvSpPr>
        <p:spPr>
          <a:xfrm>
            <a:off x="641045" y="778329"/>
            <a:ext cx="109099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Tela de exclusão de amigos com opção de cancelamento de exclusão</a:t>
            </a:r>
          </a:p>
        </p:txBody>
      </p:sp>
    </p:spTree>
    <p:extLst>
      <p:ext uri="{BB962C8B-B14F-4D97-AF65-F5344CB8AC3E}">
        <p14:creationId xmlns:p14="http://schemas.microsoft.com/office/powerpoint/2010/main" val="1876285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35D9D-08D5-BB61-D8D4-72439E57B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8A8F1DE-B16A-40A9-DD7E-3F514BE32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27" y="2232977"/>
            <a:ext cx="10699746" cy="375824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2A362A8-4446-FA1F-3F90-03453B6145AE}"/>
              </a:ext>
            </a:extLst>
          </p:cNvPr>
          <p:cNvSpPr txBox="1"/>
          <p:nvPr/>
        </p:nvSpPr>
        <p:spPr>
          <a:xfrm>
            <a:off x="2735036" y="866775"/>
            <a:ext cx="57556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Mensagem de sucesso de exclusão!</a:t>
            </a:r>
          </a:p>
        </p:txBody>
      </p:sp>
    </p:spTree>
    <p:extLst>
      <p:ext uri="{BB962C8B-B14F-4D97-AF65-F5344CB8AC3E}">
        <p14:creationId xmlns:p14="http://schemas.microsoft.com/office/powerpoint/2010/main" val="1146437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1B091-D47F-56BF-8CA9-5FFBD8E97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26D02A8E-3389-28AE-C7B4-03143CDFA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54" y="2479357"/>
            <a:ext cx="11254541" cy="339756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6DC6FFC-8E78-EEF2-3A33-0BA65F972BDE}"/>
              </a:ext>
            </a:extLst>
          </p:cNvPr>
          <p:cNvSpPr txBox="1"/>
          <p:nvPr/>
        </p:nvSpPr>
        <p:spPr>
          <a:xfrm>
            <a:off x="1949319" y="1178379"/>
            <a:ext cx="82933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Tela de listagem de amigos, confirmando a alteração</a:t>
            </a:r>
          </a:p>
        </p:txBody>
      </p:sp>
    </p:spTree>
    <p:extLst>
      <p:ext uri="{BB962C8B-B14F-4D97-AF65-F5344CB8AC3E}">
        <p14:creationId xmlns:p14="http://schemas.microsoft.com/office/powerpoint/2010/main" val="3122604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B5D9-19A4-8C37-E903-2BEB2133D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E4884CA-F024-2785-C337-02F7B439F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69" y="1564957"/>
            <a:ext cx="10754862" cy="454147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5EB199F-817C-730E-B646-BE8C34B18AB1}"/>
              </a:ext>
            </a:extLst>
          </p:cNvPr>
          <p:cNvSpPr txBox="1"/>
          <p:nvPr/>
        </p:nvSpPr>
        <p:spPr>
          <a:xfrm>
            <a:off x="2077811" y="606879"/>
            <a:ext cx="7813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Tela de apresentação inicial com opção de logout</a:t>
            </a:r>
          </a:p>
        </p:txBody>
      </p:sp>
    </p:spTree>
    <p:extLst>
      <p:ext uri="{BB962C8B-B14F-4D97-AF65-F5344CB8AC3E}">
        <p14:creationId xmlns:p14="http://schemas.microsoft.com/office/powerpoint/2010/main" val="519175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84AC3-C4A2-7E05-93BF-567920281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DBF530C-E207-31F2-7ED7-A72E5C3CDA41}"/>
              </a:ext>
            </a:extLst>
          </p:cNvPr>
          <p:cNvSpPr txBox="1"/>
          <p:nvPr/>
        </p:nvSpPr>
        <p:spPr>
          <a:xfrm>
            <a:off x="3077936" y="2924830"/>
            <a:ext cx="54670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Obrigado por sua atenção!</a:t>
            </a:r>
          </a:p>
        </p:txBody>
      </p:sp>
    </p:spTree>
    <p:extLst>
      <p:ext uri="{BB962C8B-B14F-4D97-AF65-F5344CB8AC3E}">
        <p14:creationId xmlns:p14="http://schemas.microsoft.com/office/powerpoint/2010/main" val="28647715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148</Words>
  <Application>Microsoft Office PowerPoint</Application>
  <PresentationFormat>Ecrã Panorâmico</PresentationFormat>
  <Paragraphs>22</Paragraphs>
  <Slides>17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Joao Flavio Diniz</dc:creator>
  <cp:lastModifiedBy>Joao Flavio Diniz</cp:lastModifiedBy>
  <cp:revision>3</cp:revision>
  <dcterms:created xsi:type="dcterms:W3CDTF">2026-09-28T14:39:22Z</dcterms:created>
  <dcterms:modified xsi:type="dcterms:W3CDTF">2026-09-28T18:20:55Z</dcterms:modified>
</cp:coreProperties>
</file>