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57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21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08F8DD-90DB-64CC-D62B-E64D9565F4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AAE467-A908-37CC-1C52-99D2A51C38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pt-BR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8BDBBBF-637E-FC8B-E294-A1C4BA49B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AA810-0CD9-4A45-882E-F909E486F75D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8249FDA-00D9-0A9C-EF6C-AD68ECFF6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0119D43-67DA-F5D9-2239-5A6F7590D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A17A3-75B5-4804-B099-9E73CFAE4B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8133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BB15A8-2BDE-2133-2A71-CAEA6C78B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pt-BR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201F3DF-E7C6-5EBC-7B6B-1699F768F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D56B045E-C2AC-95F4-49EA-A6F0B5B43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AA810-0CD9-4A45-882E-F909E486F75D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9E50F8E-21B3-945A-E28D-1DEF96A13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4C6DB341-490F-10E8-0F6E-B78356ECB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A17A3-75B5-4804-B099-9E73CFAE4B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0378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BF2565-8A3E-0BA8-E22F-2447D594E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pt-BR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F8BC5CE0-E6EB-B8D9-3DCD-F693665DA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26DA938-44D3-A9DE-2FD4-F87CD9CFA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AA810-0CD9-4A45-882E-F909E486F75D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88AE5458-0DEC-0CD9-8C78-F36816327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C36ACD6-E19D-BE8C-BF92-D2ACC2EE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A17A3-75B5-4804-B099-9E73CFAE4B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970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FCA627-B54B-F0FF-48D8-5D3758C42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pt-BR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0FF848F-5E56-2065-E092-7185C707A9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A8142CD-3D94-41FE-D046-CF3F561A0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010E1FBD-BDDA-9A6E-EDB1-31D25C76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AA810-0CD9-4A45-882E-F909E486F75D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C502FCA9-79D3-B539-5A32-41A997FA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AADC9B94-A437-9043-BA9C-AB64B9C84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A17A3-75B5-4804-B099-9E73CFAE4B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7076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82B152-D055-4F2E-C4B3-7C37A360F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pt-BR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CF4B2D8E-C7F1-1448-7110-997F398D1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3A890F6D-F0E6-138B-1F8A-482B12CBD7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D170E748-BD19-6E70-FFCB-9CC35957F4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7F6694C1-FBC7-E5D4-50C8-2F6E8C88F4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0C806BC4-BD60-260C-03DA-E8D09D44F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AA810-0CD9-4A45-882E-F909E486F75D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42A1CF09-E30E-8C5D-A91C-D756A3797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941478B5-BFCC-A090-BC22-F0486FCEE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A17A3-75B5-4804-B099-9E73CFAE4B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0739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8A2426-0A0F-EF8C-4555-A9C5CBCA8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pt-BR"/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E874D159-E517-0C7D-497A-0AFBBE57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AA810-0CD9-4A45-882E-F909E486F75D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F202DB9D-D313-2844-5C08-489048BEA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3EACBF6C-5C43-41D4-0D55-AE8F126A9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A17A3-75B5-4804-B099-9E73CFAE4B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886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F927DC7E-7706-8E87-20A5-BDDD17C02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AA810-0CD9-4A45-882E-F909E486F75D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BD1E2AB3-0AAC-A460-E298-90249E9B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EE215433-B321-8FE2-F48B-D890CB20C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A17A3-75B5-4804-B099-9E73CFAE4B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749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0160C7-2336-4D58-C97D-4AD262303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pt-BR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D7EC210-FFD8-8949-7F83-5743ED062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5D115971-BBFC-C5C9-91DD-314EC3E750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1C05659-03F4-1CD2-A3BF-3B08B7CE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AA810-0CD9-4A45-882E-F909E486F75D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4E5A2DA7-ACCC-EE81-7EE5-059D94800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6A7B9EEB-3738-150A-9A8B-6DF0F137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A17A3-75B5-4804-B099-9E73CFAE4B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7422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A38CDE-1C3B-1EA8-6E21-77A1B9387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pt-BR"/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2E075AD2-7327-D400-C9FC-7FEEDC38BDB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32C653DE-45E6-456F-2FD1-71D4E9E3EE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2A072BD-CE37-D769-2767-46411B712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AA810-0CD9-4A45-882E-F909E486F75D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90CC7B4-3D21-6897-ED29-52BCAF9D2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8D6B711-A0EF-A6E9-405B-EC6FFE6F7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A17A3-75B5-4804-B099-9E73CFAE4B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43814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254936-FAE6-C7FF-744F-FD8534B4D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pt-BR"/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C41AA5FD-FB69-371C-69A2-49817008E3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2DB1331-CB5E-B789-F663-9AC91E0E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AA810-0CD9-4A45-882E-F909E486F75D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22D610AC-4040-C590-3E57-DCF38474B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54AFAEB-4CB0-49AE-864A-E591DA54B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A17A3-75B5-4804-B099-9E73CFAE4B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4733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8880F6C-623A-0D72-5325-7585CAF06A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pt-BR"/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5A1105FA-3A36-C61F-F731-CC76C74DD0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CFA9CDD-F4BF-4053-0442-8DF16909B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AA810-0CD9-4A45-882E-F909E486F75D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6E8A73C0-D973-C5E8-FD7E-D9D7256CB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3F959B6B-9264-2BAE-E3A6-B0236BDB2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A17A3-75B5-4804-B099-9E73CFAE4B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66240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2C0AD371-4552-AD08-000C-5BD4AD9D7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pt-BR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B136F2F7-B528-FB43-2904-DB90C98F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E462F6B5-AF48-CD0B-CE44-9B8B95F2F7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6AA810-0CD9-4A45-882E-F909E486F75D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401FDD6-4261-2F0C-CC85-CDCA77D00A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ECD07B1-891D-718D-626D-671C39C608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A17A3-75B5-4804-B099-9E73CFAE4B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5500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910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18CF4-0660-09E6-1DFB-7B3C0954C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7487FCE-95A4-D4E6-A51E-E4D0EB06A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513" y="1203415"/>
            <a:ext cx="10728745" cy="5253351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7F7D660F-43EA-E9FB-7276-CF0AF6FCDA7B}"/>
              </a:ext>
            </a:extLst>
          </p:cNvPr>
          <p:cNvSpPr txBox="1"/>
          <p:nvPr/>
        </p:nvSpPr>
        <p:spPr>
          <a:xfrm>
            <a:off x="2601686" y="587829"/>
            <a:ext cx="60811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/>
              <a:t>Tela de apresentação inicial </a:t>
            </a:r>
            <a:r>
              <a:rPr lang="pt-BR" sz="2800" dirty="0" err="1"/>
              <a:t>index.php</a:t>
            </a:r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1223555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290C1-5DE4-6C65-0574-B671D1EBD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3EDB604-1891-709C-3D6B-3C747C9534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37" y="173946"/>
            <a:ext cx="7808121" cy="6684054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C819C948-43B0-2E33-CCED-F29639649D0F}"/>
              </a:ext>
            </a:extLst>
          </p:cNvPr>
          <p:cNvSpPr txBox="1"/>
          <p:nvPr/>
        </p:nvSpPr>
        <p:spPr>
          <a:xfrm>
            <a:off x="1023257" y="1730829"/>
            <a:ext cx="680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texto</a:t>
            </a:r>
          </a:p>
        </p:txBody>
      </p:sp>
    </p:spTree>
    <p:extLst>
      <p:ext uri="{BB962C8B-B14F-4D97-AF65-F5344CB8AC3E}">
        <p14:creationId xmlns:p14="http://schemas.microsoft.com/office/powerpoint/2010/main" val="1281222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4906B2-EAD9-F540-27E6-7F0B5E952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F453B03-F82A-625E-9FAF-6C23FA0A1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97524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8</Words>
  <Application>Microsoft Office PowerPoint</Application>
  <PresentationFormat>Ecrã Panorâmico</PresentationFormat>
  <Paragraphs>2</Paragraphs>
  <Slides>4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Joao Flavio Diniz</dc:creator>
  <cp:lastModifiedBy>Joao Flavio Diniz</cp:lastModifiedBy>
  <cp:revision>1</cp:revision>
  <dcterms:created xsi:type="dcterms:W3CDTF">2026-09-28T14:39:22Z</dcterms:created>
  <dcterms:modified xsi:type="dcterms:W3CDTF">2026-09-28T15:30:52Z</dcterms:modified>
</cp:coreProperties>
</file>